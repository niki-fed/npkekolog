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300" d="100"/>
          <a:sy n="300" d="100"/>
        </p:scale>
        <p:origin x="6222" y="40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81361-9FCE-4703-B09B-8748B61ACFD7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E27D-E56D-4DBA-A787-D4860A648D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03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8E27D-E56D-4DBA-A787-D4860A648D6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07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IKI\dev\npkekolog\src\assets\images\projects\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92" y="55377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Группа 1"/>
          <p:cNvGrpSpPr/>
          <p:nvPr/>
        </p:nvGrpSpPr>
        <p:grpSpPr>
          <a:xfrm>
            <a:off x="683568" y="2146997"/>
            <a:ext cx="936000" cy="936000"/>
            <a:chOff x="3671892" y="2527860"/>
            <a:chExt cx="1800000" cy="1800000"/>
          </a:xfrm>
        </p:grpSpPr>
        <p:sp>
          <p:nvSpPr>
            <p:cNvPr id="4" name="Овал 3"/>
            <p:cNvSpPr/>
            <p:nvPr/>
          </p:nvSpPr>
          <p:spPr>
            <a:xfrm>
              <a:off x="3671892" y="2527860"/>
              <a:ext cx="1800000" cy="180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27" name="Picture 3" descr="C:\Users\NIKI\dev\npkekolog\src\assets\images\projects\9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3209" y="2695432"/>
              <a:ext cx="900000" cy="1374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Овал 6"/>
          <p:cNvSpPr/>
          <p:nvPr/>
        </p:nvSpPr>
        <p:spPr>
          <a:xfrm>
            <a:off x="4100787" y="2957063"/>
            <a:ext cx="936000" cy="93600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3" descr="C:\Users\NIKI\dev\npkekolog\src\assets\images\projects\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999667"/>
            <a:ext cx="468000" cy="7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C:\Users\NIKI\dev\npkekolog\src\assets\images\projects\Sakhalin_Oblast_Coat_of_Arms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907" y="3149475"/>
            <a:ext cx="527759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072079" y="2579452"/>
            <a:ext cx="99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Сахалин</a:t>
            </a:r>
            <a:endParaRPr lang="ru-RU" dirty="0"/>
          </a:p>
        </p:txBody>
      </p:sp>
      <p:sp>
        <p:nvSpPr>
          <p:cNvPr id="11" name="Овал 10"/>
          <p:cNvSpPr/>
          <p:nvPr/>
        </p:nvSpPr>
        <p:spPr>
          <a:xfrm>
            <a:off x="6261518" y="2958278"/>
            <a:ext cx="936000" cy="93600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199476" y="2614872"/>
            <a:ext cx="143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Новая Земля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6496262" y="3156090"/>
            <a:ext cx="466511" cy="576064"/>
            <a:chOff x="6446625" y="3090389"/>
            <a:chExt cx="565785" cy="698651"/>
          </a:xfrm>
        </p:grpSpPr>
        <p:pic>
          <p:nvPicPr>
            <p:cNvPr id="9" name="Picture 3" descr="C:\Users\NIKI\dev\npkekolog\src\assets\images\projects\Novaya_Zemlya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625" y="3090389"/>
              <a:ext cx="565785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3" name="Группа 22"/>
            <p:cNvGrpSpPr/>
            <p:nvPr/>
          </p:nvGrpSpPr>
          <p:grpSpPr>
            <a:xfrm>
              <a:off x="6452287" y="3090389"/>
              <a:ext cx="554462" cy="698651"/>
              <a:chOff x="5436096" y="3789040"/>
              <a:chExt cx="504056" cy="576064"/>
            </a:xfrm>
          </p:grpSpPr>
          <p:sp>
            <p:nvSpPr>
              <p:cNvPr id="10" name="Левая фигурная скобка 9"/>
              <p:cNvSpPr/>
              <p:nvPr/>
            </p:nvSpPr>
            <p:spPr>
              <a:xfrm rot="16200000">
                <a:off x="5652120" y="4077072"/>
                <a:ext cx="72008" cy="504056"/>
              </a:xfrm>
              <a:prstGeom prst="leftBrac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5" name="Прямая соединительная линия 14"/>
              <p:cNvCxnSpPr/>
              <p:nvPr/>
            </p:nvCxnSpPr>
            <p:spPr>
              <a:xfrm flipV="1">
                <a:off x="5436096" y="3789040"/>
                <a:ext cx="0" cy="50405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/>
              <p:cNvCxnSpPr>
                <a:stCxn id="10" idx="2"/>
              </p:cNvCxnSpPr>
              <p:nvPr/>
            </p:nvCxnSpPr>
            <p:spPr>
              <a:xfrm flipV="1">
                <a:off x="5940152" y="3789040"/>
                <a:ext cx="0" cy="504056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/>
              <p:cNvCxnSpPr/>
              <p:nvPr/>
            </p:nvCxnSpPr>
            <p:spPr>
              <a:xfrm flipH="1">
                <a:off x="5436096" y="3789040"/>
                <a:ext cx="504056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367822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</Words>
  <Application>Microsoft Office PowerPoint</Application>
  <PresentationFormat>Экран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NIKI</dc:creator>
  <cp:lastModifiedBy>NIKI</cp:lastModifiedBy>
  <cp:revision>8</cp:revision>
  <dcterms:created xsi:type="dcterms:W3CDTF">2026-05-25T20:54:14Z</dcterms:created>
  <dcterms:modified xsi:type="dcterms:W3CDTF">2026-05-25T22:07:52Z</dcterms:modified>
</cp:coreProperties>
</file>