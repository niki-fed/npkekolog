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3977014" y="2834014"/>
            <a:ext cx="1188000" cy="2178986"/>
            <a:chOff x="3977014" y="2834014"/>
            <a:chExt cx="1188000" cy="2178986"/>
          </a:xfrm>
        </p:grpSpPr>
        <p:sp>
          <p:nvSpPr>
            <p:cNvPr id="4" name="Равнобедренный треугольник 3"/>
            <p:cNvSpPr/>
            <p:nvPr/>
          </p:nvSpPr>
          <p:spPr>
            <a:xfrm rot="10800000">
              <a:off x="4119923" y="3753000"/>
              <a:ext cx="900000" cy="1260000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3977014" y="2834014"/>
              <a:ext cx="1188000" cy="11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26" name="Picture 2" descr="C:\Users\EKOLOG\YandexDisk\Работа\МАРКЕТИНГ\САЙТ\npkekolog.ru\assets\images\logo 5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1999" y="2889000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37470"/>
            <a:ext cx="1512168" cy="2586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321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IKI\YandexDisk\Работа\МАРКЕТИНГ\САЙТ\npkekolog.ru\assets\images\object_m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538" y="1038225"/>
            <a:ext cx="9363076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Равнобедренный треугольник 5"/>
          <p:cNvSpPr/>
          <p:nvPr/>
        </p:nvSpPr>
        <p:spPr>
          <a:xfrm rot="10800000">
            <a:off x="3120836" y="1640088"/>
            <a:ext cx="442628" cy="61967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3034432" y="1178719"/>
            <a:ext cx="612000" cy="61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 descr="C:\Users\EKOLOG\YandexDisk\Работа\МАРКЕТИНГ\САЙТ\npkekolog.ru\assets\images\logo 5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594" y="1215165"/>
            <a:ext cx="531154" cy="531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950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0</Words>
  <Application>Microsoft Office PowerPoint</Application>
  <PresentationFormat>Экран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EKOLOG</dc:creator>
  <cp:lastModifiedBy>NIKI</cp:lastModifiedBy>
  <cp:revision>4</cp:revision>
  <dcterms:created xsi:type="dcterms:W3CDTF">2026-05-18T11:05:14Z</dcterms:created>
  <dcterms:modified xsi:type="dcterms:W3CDTF">2026-05-18T23:23:24Z</dcterms:modified>
</cp:coreProperties>
</file>