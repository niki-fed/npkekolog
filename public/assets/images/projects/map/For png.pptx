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74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внобедренный треугольник 3"/>
          <p:cNvSpPr/>
          <p:nvPr/>
        </p:nvSpPr>
        <p:spPr>
          <a:xfrm rot="10800000">
            <a:off x="4065779" y="3753000"/>
            <a:ext cx="990000" cy="1260000"/>
          </a:xfrm>
          <a:prstGeom prst="triangle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951360" y="2815726"/>
            <a:ext cx="1224000" cy="1224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C:\Users\EKOLOG\YandexDisk\Работа\МАРКЕТИНГ\САЙТ\npkekolog.ru\assets\images\logo 51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855" y="2889000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537470"/>
            <a:ext cx="1512168" cy="2586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0321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NIKI\YandexDisk\Работа\МАРКЕТИНГ\САЙТ\npkekolog.ru\assets\images\object_ma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8" y="1038225"/>
            <a:ext cx="9363076" cy="478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Равнобедренный треугольник 5"/>
          <p:cNvSpPr/>
          <p:nvPr/>
        </p:nvSpPr>
        <p:spPr>
          <a:xfrm rot="10800000">
            <a:off x="3120836" y="1640088"/>
            <a:ext cx="442628" cy="61967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3034432" y="1178719"/>
            <a:ext cx="612000" cy="61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2" descr="C:\Users\EKOLOG\YandexDisk\Работа\МАРКЕТИНГ\САЙТ\npkekolog.ru\assets\images\logo 51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594" y="1215165"/>
            <a:ext cx="531154" cy="531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950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0</Words>
  <Application>Microsoft Office PowerPoint</Application>
  <PresentationFormat>Экран 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EKOLOG</dc:creator>
  <cp:lastModifiedBy>NIKI</cp:lastModifiedBy>
  <cp:revision>8</cp:revision>
  <dcterms:created xsi:type="dcterms:W3CDTF">2026-05-18T11:05:14Z</dcterms:created>
  <dcterms:modified xsi:type="dcterms:W3CDTF">2026-06-02T21:59:19Z</dcterms:modified>
</cp:coreProperties>
</file>